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Lancer la démo ici. Montrer : connexion étudiant → téléchargement ressource / connexion enseignant → upload / panneau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DJANGO — 2025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UniShare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partage de ressources pédagogiques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Mame Diarra Ngome  ·  Papa Ibrahima Diop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Dr N. Bame  |  Section Informatique — L3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CONTEXTE &amp; PROBLÉMATIQUE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vient UniShare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éparpillées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cours, TDs et annonces étaient partagés par mail ou clé USB, sans organisation centralisée.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contrôle d'accès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67004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pouvait accéder à n'importe quoi — ou au contraire être bloqué sans raison.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2670048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plateforme unique, sécurisée, avec des rôles distincts : étudiant, enseignant, responsable, admin.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OBJECTIFS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devait livrer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411480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rôles de la plateforme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Étudiant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Consulter, rechercher, télécharger les ressources de sa classe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Enseignant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Déposer ses ressources, voir l'historique d'accès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Responsable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modules, étudiants et annonces de sa classe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Administrateur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utilisateurs, classes et affectations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transversales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Authentification &amp; vérification de rôle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Contrôle de saisie sur tous les formulaires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Interface dynamique selon le rôle connecté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Upload et téléchargement de fichiers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Gestion des annonces par classe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ARCHITECTURE TECHNIQUE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structure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/ Django 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219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MVC, vues, formulaires, 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PostgreSQL 17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706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Bootstrap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192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Git / GitHub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67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versions, travail en équipe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Pillow, dotenv…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165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images &amp; configuration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1417320"/>
            <a:ext cx="42519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5727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993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3225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uni_share/        ← settings, config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517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             ← tous les modèles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9809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authentification/ ← login/logout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3101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utilisateurs/     ← vues étudiants &amp; profs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6393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administrateur/   ← panneau admin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39684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 static/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manage.py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DÉFIS TECHNIQUES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Problèmes rencontrés… et résolus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Dépendances circulaires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49047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On a créé l'application core pour centraliser tous les modèles partagés. Résultat : plus aucun conflit entre les apps.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20440" y="1527048"/>
            <a:ext cx="0" cy="59436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13432"/>
            <a:ext cx="84124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Sécurité des sessions (Django 5+)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3865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 déconnexion doit passer en POST. On a adapté les templates et ajouté un middleware dédié.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2423160"/>
            <a:ext cx="0" cy="59436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09544"/>
            <a:ext cx="84124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Gestion des messages flash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2826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django.contrib.messages remplacé par une variable feedback locale injectée dans le contexte — plus simple à contrôler.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319272"/>
            <a:ext cx="0" cy="59436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05656"/>
            <a:ext cx="841248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Noms de fichiers au upload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41788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Nettoyage des caractères spéciaux pour garantir la portabilité sur tous les 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520440" y="4215384"/>
            <a:ext cx="0" cy="59436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</a:rPr>
              <a:t>▶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en direct de la plateforme UniShare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RÉSULTATS &amp; PERSPECTIVES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a livré — et la suite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84124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361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qui fonctionne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Authentification complète avec rôles (étudiant, enseignant, responsable, admin)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221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Upload / téléchargement de ressources par module et par classe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5237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Tableau de bord admin avec gestion des inscriptions et statistiques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8254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Annonces de classe · Historique d'accès · Interface responsive Bootstrap 5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478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La suite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 par mail à chaque nouvelle ressource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API REST (Django REST Framework) pour exposer les données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45720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Front-end React pour une expérience plus dynamique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1ABC9C"/>
                </a:solidFill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retient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581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en pratique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nous a forcés à structurer proprement notre code dès le départ.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819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23560" y="1581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 réel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et GitHub ont rendu la collaboration fluide, avec branches et pull requests.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364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88720" y="3364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de problèmes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dépendances circulaires, la sécurité des sessions… autant de vraies difficultés surmontées.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206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364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3364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évolutif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3749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core et la modularité Django permettent d'ajouter REST ou React facilement demain.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148840"/>
            <a:ext cx="2743200" cy="0"/>
          </a:xfrm>
          <a:prstGeom prst="line">
            <a:avLst/>
          </a:prstGeom>
          <a:noFill/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Mame Diarra Ngome  ·  Papa Ibrahima Diop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Dr N. Bame  |  Section Informatique — L3  | 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UniShare – Projet Django 2025-2026</dc:title>
  <dc:subject>PptxGenJS Presentation</dc:subject>
  <dc:creator>PptxGenJS</dc:creator>
  <cp:lastModifiedBy>PptxGenJS</cp:lastModifiedBy>
  <cp:revision>1</cp:revision>
  <dcterms:created xsi:type="dcterms:W3CDTF">2026-06-13T12:14:23Z</dcterms:created>
  <dcterms:modified xsi:type="dcterms:W3CDTF">2026-06-13T12:14:23Z</dcterms:modified>
</cp:coreProperties>
</file>