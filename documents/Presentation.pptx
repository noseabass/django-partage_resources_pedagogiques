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Présentation projet Django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Mise en place d’une application web pour le partage des ressources pédagogiques à la section --- UniShare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 Papa Ibrahima Diop et Mame Diarra Ngom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 &amp; problématique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Objectifs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Architecture technique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Lien entre Django, PostgreSQL et core l’application centralisé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Problèmes rencontrés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Démo Vidéo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Résultat et évolutions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Conclusion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Merci pour votre attention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 questions 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LibreOffice/25.2.6.2$Linux_X86_64 LibreOffice_project/520$Build-2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2026-06-06T16:14:22Z</dcterms:created>
  <dc:creator>Papa Ibrahima Diop</dc:creator>
  <dc:description/>
  <dc:language>en-US</dc:language>
  <cp:lastModifiedBy>Papa Ibrahima Diop</cp:lastModifiedBy>
  <dcterms:modified xsi:type="dcterms:W3CDTF">2026-06-06T16:42:06Z</dcterms:modified>
  <cp:revision>2</cp:revision>
  <dc:subject>PptxGenJS Presentation</dc:subject>
  <dc:title>Regular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